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Explain Option Pricing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Explainable Options Pricing Engine with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Options traders see prices and Greeks but not the underlying story.</a:t>
            </a:r>
          </a:p>
          <a:p>
            <a:pPr lvl="1"/>
            <a:r>
              <a:t>Solution: Black–Scholes engine + GPT-4.1 explanation layer.</a:t>
            </a:r>
          </a:p>
          <a:p>
            <a:pPr lvl="1"/>
            <a:r>
              <a:t>LLM provides trader-grade narrative on price drivers and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POST /api/options/explain with option parameters.</a:t>
            </a:r>
          </a:p>
          <a:p>
            <a:r>
              <a:t>2. Service computes fair value and Greeks.</a:t>
            </a:r>
          </a:p>
          <a:p>
            <a:r>
              <a:t>3. LLM returns explanation and risk suggestions.</a:t>
            </a:r>
          </a:p>
          <a:p>
            <a:r>
              <a:t>4. Integrate into trading UI or education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